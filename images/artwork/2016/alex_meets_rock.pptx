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2" d="100"/>
          <a:sy n="12" d="100"/>
        </p:scale>
        <p:origin x="2184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524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2174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9769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596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1869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095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7843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71374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389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003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8162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8FBC9-C2D1-40A0-A596-E83D897760B3}" type="datetimeFigureOut">
              <a:rPr lang="en-PH" smtClean="0"/>
              <a:t>13 Jun 2016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69F21-667A-4806-A08D-EB6A357A3FA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364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microsoft.com/office/2007/relationships/hdphoto" Target="../media/hdphoto1.wdp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0" r="22450" b="10064"/>
          <a:stretch/>
        </p:blipFill>
        <p:spPr>
          <a:xfrm>
            <a:off x="1275008" y="0"/>
            <a:ext cx="10818255" cy="1094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9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35962" y="-7285604"/>
            <a:ext cx="25904370" cy="1457120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39537">
            <a:off x="-9903302" y="3690890"/>
            <a:ext cx="960563" cy="3248042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 rot="391696">
            <a:off x="3653633" y="-559961"/>
            <a:ext cx="10818255" cy="7888710"/>
            <a:chOff x="2957442" y="-413004"/>
            <a:chExt cx="10818255" cy="788871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01" t="5374" r="23429" b="29791"/>
            <a:stretch/>
          </p:blipFill>
          <p:spPr>
            <a:xfrm>
              <a:off x="2957442" y="-413004"/>
              <a:ext cx="10818255" cy="7888710"/>
            </a:xfrm>
            <a:prstGeom prst="rect">
              <a:avLst/>
            </a:prstGeom>
          </p:spPr>
        </p:pic>
        <p:sp>
          <p:nvSpPr>
            <p:cNvPr id="6" name="Oval 5"/>
            <p:cNvSpPr/>
            <p:nvPr/>
          </p:nvSpPr>
          <p:spPr>
            <a:xfrm>
              <a:off x="5500466" y="1052080"/>
              <a:ext cx="1435759" cy="143575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" name="Oval 1"/>
            <p:cNvSpPr/>
            <p:nvPr/>
          </p:nvSpPr>
          <p:spPr>
            <a:xfrm>
              <a:off x="6498480" y="1223236"/>
              <a:ext cx="1495168" cy="1495168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9" t="14738" r="37042" b="74162"/>
          <a:stretch/>
        </p:blipFill>
        <p:spPr>
          <a:xfrm flipH="1">
            <a:off x="7435789" y="1500785"/>
            <a:ext cx="673768" cy="7236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9" t="14738" r="37042" b="74162"/>
          <a:stretch/>
        </p:blipFill>
        <p:spPr>
          <a:xfrm flipH="1">
            <a:off x="6479339" y="1341488"/>
            <a:ext cx="673768" cy="7236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01473" y="3150685"/>
            <a:ext cx="3117407" cy="2164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39537">
            <a:off x="-8263770" y="-3818927"/>
            <a:ext cx="1639860" cy="188523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-3262247" y="0"/>
            <a:ext cx="16333437" cy="12464991"/>
          </a:xfrm>
          <a:prstGeom prst="rect">
            <a:avLst/>
          </a:prstGeom>
          <a:blipFill dpi="0" rotWithShape="1">
            <a:blip r:embed="rId8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39537">
            <a:off x="-9260073" y="-1028680"/>
            <a:ext cx="438589" cy="3248042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 radius="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39537">
            <a:off x="-331167" y="1379193"/>
            <a:ext cx="641709" cy="73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4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48148E-6 L -0.30182 0.06134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91" y="305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2.22222E-6 L -0.26081 0.08842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47" y="442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7 L -0.29322 0.12106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661" y="604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0.84531 -0.12361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14" y="-400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1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63" presetClass="pat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3.125E-6 4.44444E-6 L 1.83151 1.341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576" y="6706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800000">
                                      <p:cBhvr>
                                        <p:cTn id="2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0 L 0.93581 0 " pathEditMode="relative" rAng="0" ptsTypes="AA">
                                      <p:cBhvr>
                                        <p:cTn id="2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797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0000000">
                                      <p:cBhvr>
                                        <p:cTn id="24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63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6 L 0.34115 -0.41528 " pathEditMode="relative" rAng="0" ptsTypes="AA">
                                      <p:cBhvr>
                                        <p:cTn id="26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57" y="-2076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0.1754 0 " pathEditMode="relative" rAng="0" ptsTypes="AA">
                                      <p:cBhvr>
                                        <p:cTn id="28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63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4.44444E-6 L 1.86862 0.49236 " pathEditMode="relative" rAng="0" ptsTypes="AA">
                                      <p:cBhvr>
                                        <p:cTn id="30" dur="17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24" y="2460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00">
                                      <p:cBhvr>
                                        <p:cTn id="32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1.11111E-6 L 2.08138 0.82708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062" y="4134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800000">
                                      <p:cBhvr>
                                        <p:cTn id="3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35962" y="-7285604"/>
            <a:ext cx="25904370" cy="1457120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7860">
            <a:off x="6948689" y="1715065"/>
            <a:ext cx="7741790" cy="1169631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 rot="391696">
            <a:off x="3404253" y="-281662"/>
            <a:ext cx="10818255" cy="7888710"/>
            <a:chOff x="2957442" y="-413004"/>
            <a:chExt cx="10818255" cy="788871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01" t="5374" r="23429" b="29791"/>
            <a:stretch/>
          </p:blipFill>
          <p:spPr>
            <a:xfrm>
              <a:off x="2957442" y="-413004"/>
              <a:ext cx="10818255" cy="7888710"/>
            </a:xfrm>
            <a:prstGeom prst="rect">
              <a:avLst/>
            </a:prstGeom>
          </p:spPr>
        </p:pic>
        <p:sp>
          <p:nvSpPr>
            <p:cNvPr id="6" name="Oval 5"/>
            <p:cNvSpPr/>
            <p:nvPr/>
          </p:nvSpPr>
          <p:spPr>
            <a:xfrm>
              <a:off x="5500466" y="1052080"/>
              <a:ext cx="1435759" cy="143575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" name="Oval 1"/>
            <p:cNvSpPr/>
            <p:nvPr/>
          </p:nvSpPr>
          <p:spPr>
            <a:xfrm>
              <a:off x="6498480" y="1223236"/>
              <a:ext cx="1495168" cy="1495168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9" t="14738" r="37042" b="74162"/>
          <a:stretch/>
        </p:blipFill>
        <p:spPr>
          <a:xfrm flipH="1">
            <a:off x="7186409" y="1779084"/>
            <a:ext cx="673768" cy="7236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9" t="14738" r="37042" b="74162"/>
          <a:stretch/>
        </p:blipFill>
        <p:spPr>
          <a:xfrm flipH="1">
            <a:off x="6229959" y="1619787"/>
            <a:ext cx="673768" cy="7236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153567">
            <a:off x="8089331" y="4106366"/>
            <a:ext cx="3924377" cy="25072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4205">
            <a:off x="-282578" y="1575303"/>
            <a:ext cx="6171184" cy="394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95237">
            <a:off x="7930275" y="711848"/>
            <a:ext cx="2087234" cy="13335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lumMod val="50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68931">
            <a:off x="584083" y="6492510"/>
            <a:ext cx="7741790" cy="116963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4205">
            <a:off x="2027208" y="2738937"/>
            <a:ext cx="1324166" cy="845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14826">
            <a:off x="-699963" y="400395"/>
            <a:ext cx="2087234" cy="133351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-1037995" y="-626561"/>
            <a:ext cx="16333437" cy="12464991"/>
          </a:xfrm>
          <a:prstGeom prst="rect">
            <a:avLst/>
          </a:prstGeom>
          <a:blipFill dpi="0" rotWithShape="1">
            <a:blip r:embed="rId9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Rectangle 23"/>
          <p:cNvSpPr/>
          <p:nvPr/>
        </p:nvSpPr>
        <p:spPr>
          <a:xfrm>
            <a:off x="7771238" y="6150114"/>
            <a:ext cx="4420762" cy="707886"/>
          </a:xfrm>
          <a:prstGeom prst="rect">
            <a:avLst/>
          </a:prstGeom>
          <a:solidFill>
            <a:schemeClr val="bg1">
              <a:alpha val="80000"/>
            </a:schemeClr>
          </a:solidFill>
          <a:effectLst>
            <a:softEdge rad="190500"/>
          </a:effectLst>
        </p:spPr>
        <p:txBody>
          <a:bodyPr wrap="none">
            <a:spAutoFit/>
          </a:bodyPr>
          <a:lstStyle/>
          <a:p>
            <a:pPr algn="ctr"/>
            <a:r>
              <a:rPr lang="en-US" sz="4000" b="1" dirty="0" smtClean="0">
                <a:ln w="28575" cmpd="sng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fb.com/</a:t>
            </a:r>
            <a:r>
              <a:rPr lang="en-US" sz="4000" b="1" dirty="0" err="1" smtClean="0">
                <a:ln w="28575" cmpd="sng">
                  <a:solidFill>
                    <a:srgbClr val="FFC000"/>
                  </a:solidFill>
                  <a:prstDash val="solid"/>
                </a:ln>
                <a:gradFill>
                  <a:gsLst>
                    <a:gs pos="0">
                      <a:srgbClr val="FFC000"/>
                    </a:gs>
                    <a:gs pos="100000">
                      <a:srgbClr val="FFF2CC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CHRISTY" panose="02000000000000000000" pitchFamily="2" charset="0"/>
              </a:rPr>
              <a:t>alex</a:t>
            </a:r>
            <a:r>
              <a:rPr lang="en-US" sz="2800" b="1" dirty="0" err="1" smtClean="0">
                <a:ln w="28575" cmpd="sng">
                  <a:solidFill>
                    <a:schemeClr val="tx1"/>
                  </a:solidFill>
                  <a:prstDash val="solid"/>
                </a:ln>
                <a:gradFill flip="none" rotWithShape="1">
                  <a:gsLst>
                    <a:gs pos="3700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CHRISTY" panose="02000000000000000000" pitchFamily="2" charset="0"/>
              </a:rPr>
              <a:t>and</a:t>
            </a:r>
            <a:r>
              <a:rPr lang="en-US" sz="4000" b="1" dirty="0" err="1">
                <a:ln w="28575" cmpd="sng">
                  <a:solidFill>
                    <a:srgbClr val="0070C0"/>
                  </a:solidFill>
                  <a:prstDash val="solid"/>
                </a:ln>
                <a:gradFill flip="none" rotWithShape="1">
                  <a:gsLst>
                    <a:gs pos="8000">
                      <a:srgbClr val="00B0F0"/>
                    </a:gs>
                    <a:gs pos="100000">
                      <a:srgbClr val="00B0F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CHRISTY" panose="02000000000000000000" pitchFamily="2" charset="0"/>
              </a:rPr>
              <a:t>p</a:t>
            </a:r>
            <a:r>
              <a:rPr lang="en-US" sz="4000" b="1" dirty="0" err="1" smtClean="0">
                <a:ln w="28575" cmpd="sng">
                  <a:solidFill>
                    <a:srgbClr val="0070C0"/>
                  </a:solidFill>
                  <a:prstDash val="solid"/>
                </a:ln>
                <a:gradFill flip="none" rotWithShape="1">
                  <a:gsLst>
                    <a:gs pos="8000">
                      <a:srgbClr val="00B0F0"/>
                    </a:gs>
                    <a:gs pos="100000">
                      <a:srgbClr val="00B0F0">
                        <a:tint val="23500"/>
                        <a:satMod val="160000"/>
                      </a:srgbClr>
                    </a:gs>
                  </a:gsLst>
                  <a:lin ang="2700000" scaled="1"/>
                  <a:tileRect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 CHRISTY" panose="02000000000000000000" pitchFamily="2" charset="0"/>
              </a:rPr>
              <a:t>edro</a:t>
            </a:r>
            <a:endParaRPr lang="en-US" sz="4000" b="1" dirty="0">
              <a:ln w="28575" cmpd="sng">
                <a:solidFill>
                  <a:srgbClr val="0070C0"/>
                </a:solidFill>
                <a:prstDash val="solid"/>
              </a:ln>
              <a:gradFill flip="none" rotWithShape="1">
                <a:gsLst>
                  <a:gs pos="8000">
                    <a:srgbClr val="00B0F0"/>
                  </a:gs>
                  <a:gs pos="100000">
                    <a:srgbClr val="00B0F0">
                      <a:tint val="23500"/>
                      <a:satMod val="160000"/>
                    </a:srgbClr>
                  </a:gs>
                </a:gsLst>
                <a:lin ang="2700000" scaled="1"/>
                <a:tileRect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 CHRISTY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2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543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865542" y="736905"/>
            <a:ext cx="8119431" cy="5186820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grpSp>
        <p:nvGrpSpPr>
          <p:cNvPr id="9" name="Group 8"/>
          <p:cNvGrpSpPr/>
          <p:nvPr/>
        </p:nvGrpSpPr>
        <p:grpSpPr>
          <a:xfrm>
            <a:off x="2831690" y="2005780"/>
            <a:ext cx="4122174" cy="2861974"/>
            <a:chOff x="2809568" y="2293374"/>
            <a:chExt cx="647896" cy="449826"/>
          </a:xfrm>
        </p:grpSpPr>
        <p:sp>
          <p:nvSpPr>
            <p:cNvPr id="8" name="Freeform 7"/>
            <p:cNvSpPr/>
            <p:nvPr/>
          </p:nvSpPr>
          <p:spPr>
            <a:xfrm>
              <a:off x="2941073" y="2300748"/>
              <a:ext cx="516391" cy="442452"/>
            </a:xfrm>
            <a:custGeom>
              <a:avLst/>
              <a:gdLst>
                <a:gd name="connsiteX0" fmla="*/ 501445 w 516391"/>
                <a:gd name="connsiteY0" fmla="*/ 442452 h 442452"/>
                <a:gd name="connsiteX1" fmla="*/ 501445 w 516391"/>
                <a:gd name="connsiteY1" fmla="*/ 442452 h 442452"/>
                <a:gd name="connsiteX2" fmla="*/ 199103 w 516391"/>
                <a:gd name="connsiteY2" fmla="*/ 427703 h 442452"/>
                <a:gd name="connsiteX3" fmla="*/ 147484 w 516391"/>
                <a:gd name="connsiteY3" fmla="*/ 398207 h 442452"/>
                <a:gd name="connsiteX4" fmla="*/ 73742 w 516391"/>
                <a:gd name="connsiteY4" fmla="*/ 383458 h 442452"/>
                <a:gd name="connsiteX5" fmla="*/ 51619 w 516391"/>
                <a:gd name="connsiteY5" fmla="*/ 376084 h 442452"/>
                <a:gd name="connsiteX6" fmla="*/ 7374 w 516391"/>
                <a:gd name="connsiteY6" fmla="*/ 353961 h 442452"/>
                <a:gd name="connsiteX7" fmla="*/ 0 w 516391"/>
                <a:gd name="connsiteY7" fmla="*/ 331839 h 442452"/>
                <a:gd name="connsiteX8" fmla="*/ 7374 w 516391"/>
                <a:gd name="connsiteY8" fmla="*/ 294968 h 442452"/>
                <a:gd name="connsiteX9" fmla="*/ 29497 w 516391"/>
                <a:gd name="connsiteY9" fmla="*/ 280220 h 442452"/>
                <a:gd name="connsiteX10" fmla="*/ 58993 w 516391"/>
                <a:gd name="connsiteY10" fmla="*/ 258097 h 442452"/>
                <a:gd name="connsiteX11" fmla="*/ 95864 w 516391"/>
                <a:gd name="connsiteY11" fmla="*/ 221226 h 442452"/>
                <a:gd name="connsiteX12" fmla="*/ 117987 w 516391"/>
                <a:gd name="connsiteY12" fmla="*/ 169607 h 442452"/>
                <a:gd name="connsiteX13" fmla="*/ 132735 w 516391"/>
                <a:gd name="connsiteY13" fmla="*/ 66368 h 442452"/>
                <a:gd name="connsiteX14" fmla="*/ 162232 w 516391"/>
                <a:gd name="connsiteY14" fmla="*/ 22123 h 442452"/>
                <a:gd name="connsiteX15" fmla="*/ 258097 w 516391"/>
                <a:gd name="connsiteY15" fmla="*/ 0 h 442452"/>
                <a:gd name="connsiteX16" fmla="*/ 361335 w 516391"/>
                <a:gd name="connsiteY16" fmla="*/ 14749 h 442452"/>
                <a:gd name="connsiteX17" fmla="*/ 398206 w 516391"/>
                <a:gd name="connsiteY17" fmla="*/ 22123 h 442452"/>
                <a:gd name="connsiteX18" fmla="*/ 420329 w 516391"/>
                <a:gd name="connsiteY18" fmla="*/ 36871 h 442452"/>
                <a:gd name="connsiteX19" fmla="*/ 464574 w 516391"/>
                <a:gd name="connsiteY19" fmla="*/ 110613 h 442452"/>
                <a:gd name="connsiteX20" fmla="*/ 486697 w 516391"/>
                <a:gd name="connsiteY20" fmla="*/ 199103 h 442452"/>
                <a:gd name="connsiteX21" fmla="*/ 494071 w 516391"/>
                <a:gd name="connsiteY21" fmla="*/ 228600 h 442452"/>
                <a:gd name="connsiteX22" fmla="*/ 501445 w 516391"/>
                <a:gd name="connsiteY22" fmla="*/ 265471 h 442452"/>
                <a:gd name="connsiteX23" fmla="*/ 508819 w 516391"/>
                <a:gd name="connsiteY23" fmla="*/ 294968 h 442452"/>
                <a:gd name="connsiteX24" fmla="*/ 516193 w 516391"/>
                <a:gd name="connsiteY24" fmla="*/ 317091 h 442452"/>
                <a:gd name="connsiteX25" fmla="*/ 501445 w 516391"/>
                <a:gd name="connsiteY25" fmla="*/ 442452 h 44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16391" h="442452">
                  <a:moveTo>
                    <a:pt x="501445" y="442452"/>
                  </a:moveTo>
                  <a:lnTo>
                    <a:pt x="501445" y="442452"/>
                  </a:lnTo>
                  <a:cubicBezTo>
                    <a:pt x="500378" y="442409"/>
                    <a:pt x="235804" y="433208"/>
                    <a:pt x="199103" y="427703"/>
                  </a:cubicBezTo>
                  <a:cubicBezTo>
                    <a:pt x="180633" y="424932"/>
                    <a:pt x="163472" y="406201"/>
                    <a:pt x="147484" y="398207"/>
                  </a:cubicBezTo>
                  <a:cubicBezTo>
                    <a:pt x="126888" y="387909"/>
                    <a:pt x="92772" y="386177"/>
                    <a:pt x="73742" y="383458"/>
                  </a:cubicBezTo>
                  <a:cubicBezTo>
                    <a:pt x="66368" y="381000"/>
                    <a:pt x="58572" y="379560"/>
                    <a:pt x="51619" y="376084"/>
                  </a:cubicBezTo>
                  <a:cubicBezTo>
                    <a:pt x="-5570" y="347490"/>
                    <a:pt x="62989" y="372501"/>
                    <a:pt x="7374" y="353961"/>
                  </a:cubicBezTo>
                  <a:cubicBezTo>
                    <a:pt x="4916" y="346587"/>
                    <a:pt x="0" y="339612"/>
                    <a:pt x="0" y="331839"/>
                  </a:cubicBezTo>
                  <a:cubicBezTo>
                    <a:pt x="0" y="319305"/>
                    <a:pt x="1155" y="305850"/>
                    <a:pt x="7374" y="294968"/>
                  </a:cubicBezTo>
                  <a:cubicBezTo>
                    <a:pt x="11771" y="287273"/>
                    <a:pt x="22285" y="285371"/>
                    <a:pt x="29497" y="280220"/>
                  </a:cubicBezTo>
                  <a:cubicBezTo>
                    <a:pt x="39498" y="273076"/>
                    <a:pt x="50303" y="266788"/>
                    <a:pt x="58993" y="258097"/>
                  </a:cubicBezTo>
                  <a:cubicBezTo>
                    <a:pt x="108150" y="208939"/>
                    <a:pt x="36877" y="260551"/>
                    <a:pt x="95864" y="221226"/>
                  </a:cubicBezTo>
                  <a:cubicBezTo>
                    <a:pt x="125768" y="101605"/>
                    <a:pt x="79794" y="271453"/>
                    <a:pt x="117987" y="169607"/>
                  </a:cubicBezTo>
                  <a:cubicBezTo>
                    <a:pt x="136316" y="120732"/>
                    <a:pt x="112275" y="127748"/>
                    <a:pt x="132735" y="66368"/>
                  </a:cubicBezTo>
                  <a:cubicBezTo>
                    <a:pt x="138340" y="49552"/>
                    <a:pt x="146378" y="30050"/>
                    <a:pt x="162232" y="22123"/>
                  </a:cubicBezTo>
                  <a:cubicBezTo>
                    <a:pt x="211638" y="-2581"/>
                    <a:pt x="180803" y="8588"/>
                    <a:pt x="258097" y="0"/>
                  </a:cubicBezTo>
                  <a:lnTo>
                    <a:pt x="361335" y="14749"/>
                  </a:lnTo>
                  <a:cubicBezTo>
                    <a:pt x="373715" y="16704"/>
                    <a:pt x="386470" y="17722"/>
                    <a:pt x="398206" y="22123"/>
                  </a:cubicBezTo>
                  <a:cubicBezTo>
                    <a:pt x="406504" y="25235"/>
                    <a:pt x="412955" y="31955"/>
                    <a:pt x="420329" y="36871"/>
                  </a:cubicBezTo>
                  <a:cubicBezTo>
                    <a:pt x="442592" y="66556"/>
                    <a:pt x="450039" y="72821"/>
                    <a:pt x="464574" y="110613"/>
                  </a:cubicBezTo>
                  <a:cubicBezTo>
                    <a:pt x="478234" y="146128"/>
                    <a:pt x="478986" y="164405"/>
                    <a:pt x="486697" y="199103"/>
                  </a:cubicBezTo>
                  <a:cubicBezTo>
                    <a:pt x="488896" y="208997"/>
                    <a:pt x="491872" y="218706"/>
                    <a:pt x="494071" y="228600"/>
                  </a:cubicBezTo>
                  <a:cubicBezTo>
                    <a:pt x="496790" y="240835"/>
                    <a:pt x="498726" y="253236"/>
                    <a:pt x="501445" y="265471"/>
                  </a:cubicBezTo>
                  <a:cubicBezTo>
                    <a:pt x="503644" y="275365"/>
                    <a:pt x="506035" y="285223"/>
                    <a:pt x="508819" y="294968"/>
                  </a:cubicBezTo>
                  <a:cubicBezTo>
                    <a:pt x="510954" y="302442"/>
                    <a:pt x="515762" y="309330"/>
                    <a:pt x="516193" y="317091"/>
                  </a:cubicBezTo>
                  <a:cubicBezTo>
                    <a:pt x="518238" y="353905"/>
                    <a:pt x="503903" y="421559"/>
                    <a:pt x="501445" y="442452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7" name="Freeform 6"/>
            <p:cNvSpPr/>
            <p:nvPr/>
          </p:nvSpPr>
          <p:spPr>
            <a:xfrm>
              <a:off x="2809568" y="2293374"/>
              <a:ext cx="516391" cy="442452"/>
            </a:xfrm>
            <a:custGeom>
              <a:avLst/>
              <a:gdLst>
                <a:gd name="connsiteX0" fmla="*/ 501445 w 516391"/>
                <a:gd name="connsiteY0" fmla="*/ 442452 h 442452"/>
                <a:gd name="connsiteX1" fmla="*/ 501445 w 516391"/>
                <a:gd name="connsiteY1" fmla="*/ 442452 h 442452"/>
                <a:gd name="connsiteX2" fmla="*/ 199103 w 516391"/>
                <a:gd name="connsiteY2" fmla="*/ 427703 h 442452"/>
                <a:gd name="connsiteX3" fmla="*/ 147484 w 516391"/>
                <a:gd name="connsiteY3" fmla="*/ 398207 h 442452"/>
                <a:gd name="connsiteX4" fmla="*/ 73742 w 516391"/>
                <a:gd name="connsiteY4" fmla="*/ 383458 h 442452"/>
                <a:gd name="connsiteX5" fmla="*/ 51619 w 516391"/>
                <a:gd name="connsiteY5" fmla="*/ 376084 h 442452"/>
                <a:gd name="connsiteX6" fmla="*/ 7374 w 516391"/>
                <a:gd name="connsiteY6" fmla="*/ 353961 h 442452"/>
                <a:gd name="connsiteX7" fmla="*/ 0 w 516391"/>
                <a:gd name="connsiteY7" fmla="*/ 331839 h 442452"/>
                <a:gd name="connsiteX8" fmla="*/ 7374 w 516391"/>
                <a:gd name="connsiteY8" fmla="*/ 294968 h 442452"/>
                <a:gd name="connsiteX9" fmla="*/ 29497 w 516391"/>
                <a:gd name="connsiteY9" fmla="*/ 280220 h 442452"/>
                <a:gd name="connsiteX10" fmla="*/ 58993 w 516391"/>
                <a:gd name="connsiteY10" fmla="*/ 258097 h 442452"/>
                <a:gd name="connsiteX11" fmla="*/ 95864 w 516391"/>
                <a:gd name="connsiteY11" fmla="*/ 221226 h 442452"/>
                <a:gd name="connsiteX12" fmla="*/ 117987 w 516391"/>
                <a:gd name="connsiteY12" fmla="*/ 169607 h 442452"/>
                <a:gd name="connsiteX13" fmla="*/ 132735 w 516391"/>
                <a:gd name="connsiteY13" fmla="*/ 66368 h 442452"/>
                <a:gd name="connsiteX14" fmla="*/ 162232 w 516391"/>
                <a:gd name="connsiteY14" fmla="*/ 22123 h 442452"/>
                <a:gd name="connsiteX15" fmla="*/ 258097 w 516391"/>
                <a:gd name="connsiteY15" fmla="*/ 0 h 442452"/>
                <a:gd name="connsiteX16" fmla="*/ 361335 w 516391"/>
                <a:gd name="connsiteY16" fmla="*/ 14749 h 442452"/>
                <a:gd name="connsiteX17" fmla="*/ 398206 w 516391"/>
                <a:gd name="connsiteY17" fmla="*/ 22123 h 442452"/>
                <a:gd name="connsiteX18" fmla="*/ 420329 w 516391"/>
                <a:gd name="connsiteY18" fmla="*/ 36871 h 442452"/>
                <a:gd name="connsiteX19" fmla="*/ 464574 w 516391"/>
                <a:gd name="connsiteY19" fmla="*/ 110613 h 442452"/>
                <a:gd name="connsiteX20" fmla="*/ 486697 w 516391"/>
                <a:gd name="connsiteY20" fmla="*/ 199103 h 442452"/>
                <a:gd name="connsiteX21" fmla="*/ 494071 w 516391"/>
                <a:gd name="connsiteY21" fmla="*/ 228600 h 442452"/>
                <a:gd name="connsiteX22" fmla="*/ 501445 w 516391"/>
                <a:gd name="connsiteY22" fmla="*/ 265471 h 442452"/>
                <a:gd name="connsiteX23" fmla="*/ 508819 w 516391"/>
                <a:gd name="connsiteY23" fmla="*/ 294968 h 442452"/>
                <a:gd name="connsiteX24" fmla="*/ 516193 w 516391"/>
                <a:gd name="connsiteY24" fmla="*/ 317091 h 442452"/>
                <a:gd name="connsiteX25" fmla="*/ 501445 w 516391"/>
                <a:gd name="connsiteY25" fmla="*/ 442452 h 442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16391" h="442452">
                  <a:moveTo>
                    <a:pt x="501445" y="442452"/>
                  </a:moveTo>
                  <a:lnTo>
                    <a:pt x="501445" y="442452"/>
                  </a:lnTo>
                  <a:cubicBezTo>
                    <a:pt x="500378" y="442409"/>
                    <a:pt x="235804" y="433208"/>
                    <a:pt x="199103" y="427703"/>
                  </a:cubicBezTo>
                  <a:cubicBezTo>
                    <a:pt x="180633" y="424932"/>
                    <a:pt x="163472" y="406201"/>
                    <a:pt x="147484" y="398207"/>
                  </a:cubicBezTo>
                  <a:cubicBezTo>
                    <a:pt x="126888" y="387909"/>
                    <a:pt x="92772" y="386177"/>
                    <a:pt x="73742" y="383458"/>
                  </a:cubicBezTo>
                  <a:cubicBezTo>
                    <a:pt x="66368" y="381000"/>
                    <a:pt x="58572" y="379560"/>
                    <a:pt x="51619" y="376084"/>
                  </a:cubicBezTo>
                  <a:cubicBezTo>
                    <a:pt x="-5570" y="347490"/>
                    <a:pt x="62989" y="372501"/>
                    <a:pt x="7374" y="353961"/>
                  </a:cubicBezTo>
                  <a:cubicBezTo>
                    <a:pt x="4916" y="346587"/>
                    <a:pt x="0" y="339612"/>
                    <a:pt x="0" y="331839"/>
                  </a:cubicBezTo>
                  <a:cubicBezTo>
                    <a:pt x="0" y="319305"/>
                    <a:pt x="1155" y="305850"/>
                    <a:pt x="7374" y="294968"/>
                  </a:cubicBezTo>
                  <a:cubicBezTo>
                    <a:pt x="11771" y="287273"/>
                    <a:pt x="22285" y="285371"/>
                    <a:pt x="29497" y="280220"/>
                  </a:cubicBezTo>
                  <a:cubicBezTo>
                    <a:pt x="39498" y="273076"/>
                    <a:pt x="50303" y="266788"/>
                    <a:pt x="58993" y="258097"/>
                  </a:cubicBezTo>
                  <a:cubicBezTo>
                    <a:pt x="108150" y="208939"/>
                    <a:pt x="36877" y="260551"/>
                    <a:pt x="95864" y="221226"/>
                  </a:cubicBezTo>
                  <a:cubicBezTo>
                    <a:pt x="125768" y="101605"/>
                    <a:pt x="79794" y="271453"/>
                    <a:pt x="117987" y="169607"/>
                  </a:cubicBezTo>
                  <a:cubicBezTo>
                    <a:pt x="136316" y="120732"/>
                    <a:pt x="112275" y="127748"/>
                    <a:pt x="132735" y="66368"/>
                  </a:cubicBezTo>
                  <a:cubicBezTo>
                    <a:pt x="138340" y="49552"/>
                    <a:pt x="146378" y="30050"/>
                    <a:pt x="162232" y="22123"/>
                  </a:cubicBezTo>
                  <a:cubicBezTo>
                    <a:pt x="211638" y="-2581"/>
                    <a:pt x="180803" y="8588"/>
                    <a:pt x="258097" y="0"/>
                  </a:cubicBezTo>
                  <a:lnTo>
                    <a:pt x="361335" y="14749"/>
                  </a:lnTo>
                  <a:cubicBezTo>
                    <a:pt x="373715" y="16704"/>
                    <a:pt x="386470" y="17722"/>
                    <a:pt x="398206" y="22123"/>
                  </a:cubicBezTo>
                  <a:cubicBezTo>
                    <a:pt x="406504" y="25235"/>
                    <a:pt x="412955" y="31955"/>
                    <a:pt x="420329" y="36871"/>
                  </a:cubicBezTo>
                  <a:cubicBezTo>
                    <a:pt x="442592" y="66556"/>
                    <a:pt x="450039" y="72821"/>
                    <a:pt x="464574" y="110613"/>
                  </a:cubicBezTo>
                  <a:cubicBezTo>
                    <a:pt x="478234" y="146128"/>
                    <a:pt x="478986" y="164405"/>
                    <a:pt x="486697" y="199103"/>
                  </a:cubicBezTo>
                  <a:cubicBezTo>
                    <a:pt x="488896" y="208997"/>
                    <a:pt x="491872" y="218706"/>
                    <a:pt x="494071" y="228600"/>
                  </a:cubicBezTo>
                  <a:cubicBezTo>
                    <a:pt x="496790" y="240835"/>
                    <a:pt x="498726" y="253236"/>
                    <a:pt x="501445" y="265471"/>
                  </a:cubicBezTo>
                  <a:cubicBezTo>
                    <a:pt x="503644" y="275365"/>
                    <a:pt x="506035" y="285223"/>
                    <a:pt x="508819" y="294968"/>
                  </a:cubicBezTo>
                  <a:cubicBezTo>
                    <a:pt x="510954" y="302442"/>
                    <a:pt x="515762" y="309330"/>
                    <a:pt x="516193" y="317091"/>
                  </a:cubicBezTo>
                  <a:cubicBezTo>
                    <a:pt x="518238" y="353905"/>
                    <a:pt x="503903" y="421559"/>
                    <a:pt x="501445" y="442452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127640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0807" y="3807993"/>
            <a:ext cx="3007895" cy="3007895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Oval 3"/>
          <p:cNvSpPr/>
          <p:nvPr/>
        </p:nvSpPr>
        <p:spPr>
          <a:xfrm>
            <a:off x="3633537" y="3950368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/>
          <p:cNvSpPr/>
          <p:nvPr/>
        </p:nvSpPr>
        <p:spPr>
          <a:xfrm>
            <a:off x="1828800" y="1061784"/>
            <a:ext cx="3453061" cy="3453061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Oval 5"/>
          <p:cNvSpPr/>
          <p:nvPr/>
        </p:nvSpPr>
        <p:spPr>
          <a:xfrm>
            <a:off x="4235116" y="1730542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Oval 6"/>
          <p:cNvSpPr/>
          <p:nvPr/>
        </p:nvSpPr>
        <p:spPr>
          <a:xfrm>
            <a:off x="6039853" y="2408321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Oval 7"/>
          <p:cNvSpPr/>
          <p:nvPr/>
        </p:nvSpPr>
        <p:spPr>
          <a:xfrm>
            <a:off x="5522496" y="247650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/>
          <p:cNvSpPr/>
          <p:nvPr/>
        </p:nvSpPr>
        <p:spPr>
          <a:xfrm>
            <a:off x="4993107" y="2992855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/>
          <p:cNvSpPr/>
          <p:nvPr/>
        </p:nvSpPr>
        <p:spPr>
          <a:xfrm>
            <a:off x="7243011" y="679784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Oval 10"/>
          <p:cNvSpPr/>
          <p:nvPr/>
        </p:nvSpPr>
        <p:spPr>
          <a:xfrm>
            <a:off x="6713622" y="2408321"/>
            <a:ext cx="2406316" cy="2406316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4185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70807" y="3807993"/>
            <a:ext cx="3007895" cy="3007895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Oval 3"/>
          <p:cNvSpPr/>
          <p:nvPr/>
        </p:nvSpPr>
        <p:spPr>
          <a:xfrm>
            <a:off x="3633537" y="3950368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/>
          <p:cNvSpPr/>
          <p:nvPr/>
        </p:nvSpPr>
        <p:spPr>
          <a:xfrm>
            <a:off x="1828800" y="1061784"/>
            <a:ext cx="3453061" cy="3453061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Oval 5"/>
          <p:cNvSpPr/>
          <p:nvPr/>
        </p:nvSpPr>
        <p:spPr>
          <a:xfrm>
            <a:off x="4235116" y="1730542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Oval 6"/>
          <p:cNvSpPr/>
          <p:nvPr/>
        </p:nvSpPr>
        <p:spPr>
          <a:xfrm>
            <a:off x="6039853" y="2408321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Oval 7"/>
          <p:cNvSpPr/>
          <p:nvPr/>
        </p:nvSpPr>
        <p:spPr>
          <a:xfrm>
            <a:off x="5522496" y="247650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Oval 8"/>
          <p:cNvSpPr/>
          <p:nvPr/>
        </p:nvSpPr>
        <p:spPr>
          <a:xfrm>
            <a:off x="4993107" y="2992855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Oval 9"/>
          <p:cNvSpPr/>
          <p:nvPr/>
        </p:nvSpPr>
        <p:spPr>
          <a:xfrm>
            <a:off x="7243011" y="679784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Oval 10"/>
          <p:cNvSpPr/>
          <p:nvPr/>
        </p:nvSpPr>
        <p:spPr>
          <a:xfrm>
            <a:off x="6713622" y="2408321"/>
            <a:ext cx="2406316" cy="2406316"/>
          </a:xfrm>
          <a:prstGeom prst="ellipse">
            <a:avLst/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97281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1957" y="385010"/>
            <a:ext cx="7315201" cy="5582653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071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 CHRISTY</vt:lpstr>
      <vt:lpstr>Arial</vt:lpstr>
      <vt:lpstr>Calibri</vt:lpstr>
      <vt:lpstr>Calibri Light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ESPERANZA</dc:creator>
  <cp:lastModifiedBy>RONALD ESPERANZA</cp:lastModifiedBy>
  <cp:revision>10</cp:revision>
  <dcterms:created xsi:type="dcterms:W3CDTF">2016-06-13T21:50:14Z</dcterms:created>
  <dcterms:modified xsi:type="dcterms:W3CDTF">2016-06-14T01:03:51Z</dcterms:modified>
</cp:coreProperties>
</file>